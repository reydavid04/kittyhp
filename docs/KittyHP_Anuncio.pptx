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7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708" y="320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2D72B2-D5C4-44C6-A1E0-C933C738134E}" type="datetimeFigureOut">
              <a:rPr lang="es-MX" smtClean="0"/>
              <a:t>29/07/2026</a:t>
            </a:fld>
            <a:endParaRPr lang="es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659651-51D0-4B90-B41F-63E7E8F220B0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47974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659651-51D0-4B90-B41F-63E7E8F220B0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890857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C2B865CD-37CB-4D2B-A8C8-EF147FEE228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-1451009" y="-683390"/>
            <a:ext cx="5669280" cy="8229600"/>
          </a:xfrm>
          <a:prstGeom prst="ellipse">
            <a:avLst/>
          </a:prstGeom>
          <a:noFill/>
          <a:ln w="254000">
            <a:solidFill>
              <a:srgbClr val="004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53720" y="640080"/>
            <a:ext cx="1554480" cy="457200"/>
          </a:xfrm>
          <a:prstGeom prst="roundRect">
            <a:avLst/>
          </a:prstGeom>
          <a:solidFill>
            <a:srgbClr val="185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NUEVO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2280" y="14630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1C28"/>
                </a:solidFill>
              </a:defRPr>
            </a:pPr>
            <a:r>
              <a:t>SISTEMA PARA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9580" y="2011680"/>
            <a:ext cx="4114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1966DC"/>
                </a:solidFill>
              </a:defRPr>
            </a:pPr>
            <a:r>
              <a:rPr dirty="0"/>
              <a:t>CAPTURA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2280" y="274320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141C28"/>
                </a:solidFill>
              </a:defRPr>
            </a:pPr>
            <a:r>
              <a:rPr dirty="0"/>
              <a:t>DE REGISTROS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5160" y="3703320"/>
            <a:ext cx="1280160" cy="0"/>
          </a:xfrm>
          <a:prstGeom prst="rect">
            <a:avLst/>
          </a:prstGeom>
          <a:solidFill>
            <a:srgbClr val="19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2280" y="3840480"/>
            <a:ext cx="3639522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0">
                <a:solidFill>
                  <a:srgbClr val="505A6E"/>
                </a:solidFill>
              </a:defRPr>
            </a:pPr>
            <a:r>
              <a:rPr sz="1700" dirty="0"/>
              <a:t>Más simple. Más </a:t>
            </a:r>
            <a:r>
              <a:rPr sz="1700" dirty="0" err="1"/>
              <a:t>rápido</a:t>
            </a:r>
            <a:r>
              <a:rPr sz="1700" dirty="0"/>
              <a:t>. Más </a:t>
            </a:r>
            <a:r>
              <a:rPr sz="1700" dirty="0" err="1"/>
              <a:t>eficiente</a:t>
            </a:r>
            <a:r>
              <a:rPr sz="1700" dirty="0"/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2280" y="4754880"/>
            <a:ext cx="914400" cy="914400"/>
          </a:xfrm>
          <a:prstGeom prst="roundRect">
            <a:avLst/>
          </a:prstGeom>
          <a:solidFill>
            <a:srgbClr val="185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LOGO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9560" y="4983480"/>
            <a:ext cx="1033937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1C28"/>
                </a:solidFill>
              </a:defRPr>
            </a:pPr>
            <a:r>
              <a:rPr lang="es-MX" dirty="0"/>
              <a:t>Kitty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91740" y="49834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966DC"/>
                </a:solidFill>
              </a:defRPr>
            </a:pPr>
            <a:r>
              <a:rPr dirty="0"/>
              <a:t>HP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822960"/>
            <a:ext cx="667512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46320" y="10972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787878"/>
                </a:solidFill>
              </a:defRPr>
            </a:pPr>
            <a:r>
              <a:t>[Coloca aquí la captura principal del sistema]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2926080"/>
            <a:ext cx="256032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35440" y="315468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1C28"/>
                </a:solidFill>
              </a:defRPr>
            </a:pPr>
            <a:r>
              <a:t>Iniciar sesión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356616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787878"/>
                </a:solidFill>
              </a:defRPr>
            </a:pPr>
            <a:r>
              <a:t>Usa tu captura de login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31092CFC-B87B-4875-BBF5-19F7AB6E07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2407" y="4651623"/>
            <a:ext cx="1123645" cy="112364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3F91FCC-BAEC-408D-B904-1BAB517024CE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986"/>
          <a:stretch/>
        </p:blipFill>
        <p:spPr>
          <a:xfrm>
            <a:off x="4559390" y="476451"/>
            <a:ext cx="7380572" cy="548634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72820CF-555B-467B-A393-E96E8BF8075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98006" y="3098800"/>
            <a:ext cx="2693402" cy="377328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35</Words>
  <Application>Microsoft Office PowerPoint</Application>
  <PresentationFormat>Widescreen</PresentationFormat>
  <Paragraphs>12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Ramos.Rey IMP</cp:lastModifiedBy>
  <cp:revision>6</cp:revision>
  <dcterms:created xsi:type="dcterms:W3CDTF">2013-01-27T09:14:16Z</dcterms:created>
  <dcterms:modified xsi:type="dcterms:W3CDTF">2026-07-29T16:26:27Z</dcterms:modified>
  <cp:category/>
</cp:coreProperties>
</file>